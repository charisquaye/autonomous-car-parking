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 Parking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Proximal Policy Optimisation (PPO)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DSCD 614 – Reinforcement Learning  |  University of Ghana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ADDO, Austine Gamey (22424506)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Anseiku Junior (22427819)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Manuel (22424752)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&amp; Aims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a vehicle from an arbitrary initial pose into a designated parking space while avoiding collisions and achieving correct final orientation.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the task as an MDP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PPO agent (3 seeds)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a rule-based baseline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convergence &amp; 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Environment: HighwayEnv parking-v0  |  Algorithm: PPO (Stable-Baselines3)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Markov Decision Process Formulation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(12-D)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kinematics (x,y,vx,vy,cos h,sin 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Desired goal (same 6 features)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(2-D continuous)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δ ∈ [-1,1]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a ∈ [-1,1]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γ = 0.99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short parking horizon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(~100 effective steps)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(native HighwayEnv)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r_t = −∥s_t − s_g∥_{W,p}^p  +  c · 𝟙_collision     (W = [1.0, 0.3, 0, 0, 0.02, 0.02], p = 0.5, c = −5)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Termination: collision OR goal reached     |     Truncation: 100 environment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Markov property: holds under the kinematic bicycle model (full state is observed).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Stable-Baselines3 PPO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MLP [256, 256] actor &amp; critic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independent seeds (42, 123, 456)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Hyperparameters held constant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300 000 timesteps per seed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Baseline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Geometric heading 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Approach phase → alignment phase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Evaluated under identical protocol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≥30 episodes/seed, deterministic policy, held-out seeds, mean ± std reported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(to be completed after full training)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curves (mean ± std across 3 seeds) and quantitative comparison tables will appear here after the full 300 k-step training runs finish.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regenerated from committed raw logs.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Principal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kinematic bicycle model (no tyre slip, actuator delay)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observable, noise-free state (real systems need estimation)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empty parking bay (no pedestrians or moving vehicles)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compute within a 14-day student project window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evaluation policy; deployment needs safety layers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 &amp; Further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formulated autonomous parking as a continuous-control MDP, implemented a PPO agent and a rule-based baseline, and defined a reproducible multi-seed protocol that meets all examination requirements.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work: parked vehicles as obstacles, domain randomisation, transfer to higher-fidelity simulators (CARLA).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–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PPO-1 Autonomous Vehicle Parking</dc:title>
  <dc:subject>PptxGenJS Presentation</dc:subject>
  <dc:creator>ADDO, Andrews, George</dc:creator>
  <cp:lastModifiedBy>ADDO, Andrews, George</cp:lastModifiedBy>
  <cp:revision>1</cp:revision>
  <dcterms:created xsi:type="dcterms:W3CDTF">2026-09-14T09:15:05Z</dcterms:created>
  <dcterms:modified xsi:type="dcterms:W3CDTF">2026-09-14T09:15:05Z</dcterms:modified>
</cp:coreProperties>
</file>